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432" y="8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2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5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0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5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23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0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3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0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0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B9F9C-9369-4B76-9E05-9F1CD8BC0D9C}" type="datetimeFigureOut">
              <a:rPr lang="en-US" smtClean="0"/>
              <a:t>3/27/2021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A083F-1783-4FC1-B8E5-069ADCDAE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93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Huffman 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9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Huffman Encoding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dirty="0"/>
              <a:t>Huffman Coding is a famous Greedy Algorithm.</a:t>
            </a:r>
          </a:p>
          <a:p>
            <a:pPr fontAlgn="base"/>
            <a:r>
              <a:rPr lang="en-US" dirty="0"/>
              <a:t>It is used for the lossless compression of data.</a:t>
            </a:r>
          </a:p>
          <a:p>
            <a:pPr fontAlgn="base"/>
            <a:r>
              <a:rPr lang="en-US" dirty="0"/>
              <a:t>It uses variable length encoding.</a:t>
            </a:r>
          </a:p>
          <a:p>
            <a:pPr fontAlgn="base"/>
            <a:r>
              <a:rPr lang="en-US" dirty="0"/>
              <a:t>It assigns variable length code to all the characters.</a:t>
            </a:r>
          </a:p>
          <a:p>
            <a:pPr fontAlgn="base"/>
            <a:r>
              <a:rPr lang="en-US" dirty="0"/>
              <a:t>The code length of a character depends on how frequently it occurs in the given text.</a:t>
            </a:r>
          </a:p>
          <a:p>
            <a:pPr fontAlgn="base"/>
            <a:r>
              <a:rPr lang="en-US" dirty="0"/>
              <a:t>The character which occurs most frequently gets the smallest code.</a:t>
            </a:r>
          </a:p>
          <a:p>
            <a:pPr fontAlgn="base"/>
            <a:r>
              <a:rPr lang="en-US" dirty="0"/>
              <a:t>The character which occurs least frequently gets the largest code.</a:t>
            </a:r>
          </a:p>
          <a:p>
            <a:pPr fontAlgn="base"/>
            <a:r>
              <a:rPr lang="en-US" dirty="0"/>
              <a:t>It is also known as </a:t>
            </a:r>
            <a:r>
              <a:rPr lang="en-US" b="1" dirty="0"/>
              <a:t>Huffman Encoding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2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>Prefix Rule (Codes)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Huffman Coding implements a rule known as a prefix </a:t>
            </a:r>
            <a:r>
              <a:rPr lang="en-US" dirty="0" smtClean="0"/>
              <a:t>free (code).</a:t>
            </a:r>
            <a:endParaRPr lang="en-US" dirty="0"/>
          </a:p>
          <a:p>
            <a:pPr algn="just" fontAlgn="base"/>
            <a:r>
              <a:rPr lang="en-US" dirty="0"/>
              <a:t>This is to prevent the ambiguities while decoding.</a:t>
            </a:r>
          </a:p>
          <a:p>
            <a:pPr algn="just" fontAlgn="base"/>
            <a:r>
              <a:rPr lang="en-US" dirty="0"/>
              <a:t>It ensures that the code assigned to any character is not a prefix of the code assigned to any other character.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70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>Steps </a:t>
            </a:r>
            <a:r>
              <a:rPr lang="en-US" b="1" u="sng" dirty="0"/>
              <a:t>in Huffman Coding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two major steps in Huffman </a:t>
            </a:r>
            <a:r>
              <a:rPr lang="en-US" dirty="0" smtClean="0"/>
              <a:t>Coding</a:t>
            </a:r>
          </a:p>
          <a:p>
            <a:pPr marL="0" indent="0" algn="just" fontAlgn="base">
              <a:buNone/>
            </a:pPr>
            <a:r>
              <a:rPr lang="en-US" dirty="0" smtClean="0"/>
              <a:t>1. Building </a:t>
            </a:r>
            <a:r>
              <a:rPr lang="en-US" dirty="0"/>
              <a:t>a Huffman Tree from the input characters.</a:t>
            </a:r>
          </a:p>
          <a:p>
            <a:pPr marL="0" indent="0" algn="just" fontAlgn="base">
              <a:buNone/>
            </a:pPr>
            <a:r>
              <a:rPr lang="en-US" dirty="0" smtClean="0"/>
              <a:t>2. Assigning </a:t>
            </a:r>
            <a:r>
              <a:rPr lang="en-US" dirty="0"/>
              <a:t>code to the characters by traversing the Huffman Tree.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83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Huffman’s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Step1: Initialize n one-node trees and label them with the characters of the alphabet.  Record the frequency of each character in its tree’s root to indicate the tree’s weight (frequency).</a:t>
            </a:r>
          </a:p>
          <a:p>
            <a:pPr algn="just"/>
            <a:r>
              <a:rPr lang="en-US" dirty="0" smtClean="0"/>
              <a:t>Step2: Repeat the following step3 until a single tree is obtained.</a:t>
            </a:r>
          </a:p>
          <a:p>
            <a:pPr algn="just"/>
            <a:r>
              <a:rPr lang="en-US" dirty="0" smtClean="0"/>
              <a:t>Step3: Find two trees with the smallest weight. Make them the left (smaller weight) and right subtree (larger weight) of a new tree and record the sum of their weights in the root of the new tree as its weight.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4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50292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Consider the five-symbol alphabet {A, B, C, D, _} with the following occurrence frequencies in a text made up of these symbols: 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0.1, 0.15, 0.2,0.2,0.35</a:t>
            </a:r>
            <a:endParaRPr lang="en-US" dirty="0"/>
          </a:p>
          <a:p>
            <a:pPr marL="571500" indent="-571500">
              <a:buAutoNum type="romanLcParenBoth"/>
            </a:pPr>
            <a:r>
              <a:rPr lang="en-US" dirty="0" smtClean="0"/>
              <a:t>Construct a Huffman tree using the above data</a:t>
            </a:r>
          </a:p>
          <a:p>
            <a:pPr marL="571500" indent="-571500">
              <a:buAutoNum type="romanLcParenBoth"/>
            </a:pPr>
            <a:r>
              <a:rPr lang="en-US" dirty="0" smtClean="0"/>
              <a:t>Encode the text DAD_BA using the </a:t>
            </a:r>
            <a:r>
              <a:rPr lang="en-US" dirty="0" err="1" smtClean="0"/>
              <a:t>huffmancode</a:t>
            </a:r>
            <a:r>
              <a:rPr lang="en-US" dirty="0" smtClean="0"/>
              <a:t> </a:t>
            </a:r>
          </a:p>
          <a:p>
            <a:pPr marL="571500" indent="-571500">
              <a:buAutoNum type="romanLcParenBoth"/>
            </a:pPr>
            <a:r>
              <a:rPr lang="en-US" dirty="0" smtClean="0"/>
              <a:t>Decode the text 10011011011101</a:t>
            </a:r>
          </a:p>
          <a:p>
            <a:pPr marL="571500" indent="-571500">
              <a:buAutoNum type="romanLcParenBoth"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968328"/>
              </p:ext>
            </p:extLst>
          </p:nvPr>
        </p:nvGraphicFramePr>
        <p:xfrm>
          <a:off x="1143000" y="2667000"/>
          <a:ext cx="6553200" cy="135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725"/>
                <a:gridCol w="955675"/>
                <a:gridCol w="1092200"/>
                <a:gridCol w="1092200"/>
                <a:gridCol w="1092200"/>
                <a:gridCol w="1092200"/>
              </a:tblGrid>
              <a:tr h="716280">
                <a:tc>
                  <a:txBody>
                    <a:bodyPr/>
                    <a:lstStyle/>
                    <a:p>
                      <a:r>
                        <a:rPr lang="en-US" dirty="0" smtClean="0"/>
                        <a:t>symbol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_ 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frequency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0.15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77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Huffman Tree construction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76600"/>
            <a:ext cx="6798027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990600" y="1752600"/>
            <a:ext cx="7315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Step 1: Construct a one node tree according to the ascending order of their frequency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19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Combine the least frequency value and sum of their values and </a:t>
            </a:r>
            <a:r>
              <a:rPr lang="en-US" dirty="0" smtClean="0">
                <a:solidFill>
                  <a:srgbClr val="FF0000"/>
                </a:solidFill>
              </a:rPr>
              <a:t>form a new tree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890" y="4648200"/>
            <a:ext cx="54864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890" y="2514600"/>
            <a:ext cx="6036026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010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Recursively do the combining of tree until a single tree is formed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13" y="4419600"/>
            <a:ext cx="6248400" cy="1713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0"/>
            <a:ext cx="54864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own Arrow 3"/>
          <p:cNvSpPr/>
          <p:nvPr/>
        </p:nvSpPr>
        <p:spPr>
          <a:xfrm>
            <a:off x="4575686" y="3863156"/>
            <a:ext cx="381000" cy="45720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10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505200"/>
            <a:ext cx="6629400" cy="2846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80535"/>
            <a:ext cx="6248400" cy="1713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08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429000"/>
            <a:ext cx="7086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084" y="1676400"/>
            <a:ext cx="6066916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772400" y="2057400"/>
            <a:ext cx="106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 = 00</a:t>
            </a:r>
          </a:p>
          <a:p>
            <a:r>
              <a:rPr lang="en-US" dirty="0" smtClean="0"/>
              <a:t>D=01</a:t>
            </a:r>
          </a:p>
          <a:p>
            <a:r>
              <a:rPr lang="en-US" dirty="0" smtClean="0"/>
              <a:t>B= 100</a:t>
            </a:r>
          </a:p>
          <a:p>
            <a:r>
              <a:rPr lang="en-US" dirty="0" smtClean="0"/>
              <a:t>_= 101</a:t>
            </a:r>
          </a:p>
          <a:p>
            <a:r>
              <a:rPr lang="en-US" dirty="0" smtClean="0"/>
              <a:t>A =11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511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Resultant </a:t>
            </a:r>
            <a:r>
              <a:rPr lang="en-US" dirty="0" err="1" smtClean="0"/>
              <a:t>codeword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  Encode the text DAD_BA :01110110110011</a:t>
            </a:r>
          </a:p>
          <a:p>
            <a:pPr marL="0" indent="0">
              <a:buNone/>
            </a:pPr>
            <a:r>
              <a:rPr lang="en-US" dirty="0" smtClean="0"/>
              <a:t>   Decode the text </a:t>
            </a:r>
            <a:r>
              <a:rPr lang="en-US" dirty="0" smtClean="0">
                <a:solidFill>
                  <a:srgbClr val="FF0000"/>
                </a:solidFill>
              </a:rPr>
              <a:t>100</a:t>
            </a:r>
            <a:r>
              <a:rPr lang="en-US" dirty="0" smtClean="0">
                <a:solidFill>
                  <a:srgbClr val="00B0F0"/>
                </a:solidFill>
              </a:rPr>
              <a:t>11</a:t>
            </a:r>
            <a:r>
              <a:rPr lang="en-US" dirty="0" smtClean="0">
                <a:solidFill>
                  <a:srgbClr val="7030A0"/>
                </a:solidFill>
              </a:rPr>
              <a:t>01</a:t>
            </a:r>
            <a:r>
              <a:rPr lang="en-US" dirty="0" smtClean="0">
                <a:solidFill>
                  <a:srgbClr val="CC00CC"/>
                </a:solidFill>
              </a:rPr>
              <a:t>101</a:t>
            </a:r>
            <a:r>
              <a:rPr lang="en-US" dirty="0" smtClean="0">
                <a:solidFill>
                  <a:srgbClr val="00B0F0"/>
                </a:solidFill>
              </a:rPr>
              <a:t>11</a:t>
            </a:r>
            <a:r>
              <a:rPr lang="en-US" dirty="0" smtClean="0">
                <a:solidFill>
                  <a:srgbClr val="7030A0"/>
                </a:solidFill>
              </a:rPr>
              <a:t>01</a:t>
            </a:r>
          </a:p>
          <a:p>
            <a:pPr marL="0" indent="0">
              <a:buNone/>
            </a:pPr>
            <a:r>
              <a:rPr lang="en-US" dirty="0" smtClean="0"/>
              <a:t>                                    BAD_AD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= 0.35* 2 + 0.1*3 + 0.2*2+ 0.2*2+ 0.15*3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= 2.25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7696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4727839"/>
            <a:ext cx="3076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626503"/>
            <a:ext cx="3505200" cy="60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08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Homework problem</a:t>
            </a:r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8200628" cy="2590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631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415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Huffman Trees</vt:lpstr>
      <vt:lpstr>Huffman Encoding</vt:lpstr>
      <vt:lpstr> Prefix Rule (Codes) </vt:lpstr>
      <vt:lpstr> Steps in Huffman Coding </vt:lpstr>
      <vt:lpstr>Huffman’s Algorithm</vt:lpstr>
      <vt:lpstr>Example Problem</vt:lpstr>
      <vt:lpstr>Huffman Tree construction</vt:lpstr>
      <vt:lpstr>PowerPoint Presentation</vt:lpstr>
      <vt:lpstr>PowerPoint Presentation</vt:lpstr>
      <vt:lpstr>PowerPoint Presentation</vt:lpstr>
      <vt:lpstr>PowerPoint Presentation</vt:lpstr>
      <vt:lpstr>Resultant codeword</vt:lpstr>
      <vt:lpstr>Homework problem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Huffman Trees</dc:title>
  <dc:creator>staff</dc:creator>
  <cp:lastModifiedBy>staff</cp:lastModifiedBy>
  <cp:revision>20</cp:revision>
  <dcterms:created xsi:type="dcterms:W3CDTF">2021-03-24T03:57:53Z</dcterms:created>
  <dcterms:modified xsi:type="dcterms:W3CDTF">2021-03-27T11:20:23Z</dcterms:modified>
</cp:coreProperties>
</file>